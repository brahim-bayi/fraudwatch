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10"/>
  </p:normalViewPr>
  <p:slideViewPr>
    <p:cSldViewPr snapToGrid="0" snapToObjects="1">
      <p:cViewPr>
        <p:scale>
          <a:sx n="154" d="100"/>
          <a:sy n="154" d="100"/>
        </p:scale>
        <p:origin x="168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883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PROJET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1975104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de Détection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Fraude par Intelligence Artificielle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99232"/>
            <a:ext cx="15544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992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31136" y="2999232"/>
            <a:ext cx="15544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31136" y="29992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13632" y="2999232"/>
            <a:ext cx="15544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29992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LLaVA/Ollama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96128" y="2999232"/>
            <a:ext cx="15544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96128" y="29992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78624" y="2999232"/>
            <a:ext cx="15544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78624" y="29992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3456432"/>
            <a:ext cx="2468880" cy="14173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456432"/>
            <a:ext cx="2468880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380390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42632" y="380091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Brahim Bayi</a:t>
            </a:r>
            <a:endParaRPr lang="en-US" sz="9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01568"/>
            <a:ext cx="640080" cy="64008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  ·  Brahim Bayi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263347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2633472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005840"/>
            <a:ext cx="402336" cy="402336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98755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1463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Fraude, enjeux, question centrale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18688" y="822960"/>
            <a:ext cx="263347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822960"/>
            <a:ext cx="2633472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1005840"/>
            <a:ext cx="402336" cy="402336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58768" y="98755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FraudWatch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64992" y="1463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fonctionnalités clés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71616" y="822960"/>
            <a:ext cx="263347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822960"/>
            <a:ext cx="2633472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005840"/>
            <a:ext cx="402336" cy="402336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005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11696" y="98755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1463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UML, besoins fonctionnels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084832"/>
            <a:ext cx="263347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084832"/>
            <a:ext cx="2633472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" y="2267712"/>
            <a:ext cx="402336" cy="402336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224942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Technique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" y="2724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technologies, environnement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18688" y="2084832"/>
            <a:ext cx="263347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18688" y="2084832"/>
            <a:ext cx="2633472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64992" y="2267712"/>
            <a:ext cx="402336" cy="402336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858768" y="224942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64992" y="2724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Interfaces, DevOps, résultats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71616" y="2084832"/>
            <a:ext cx="2633472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71616" y="2084832"/>
            <a:ext cx="2633472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2267712"/>
            <a:ext cx="402336" cy="402336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11696" y="224942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17920" y="2724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Bilan, limites, améliorations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36576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E3A5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fraude et ses enjeux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Fraude — Un Problème Social Majeur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  ·  Brahim Bayi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" y="786384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786384"/>
            <a:ext cx="54864" cy="8686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1024128"/>
            <a:ext cx="329184" cy="329184"/>
          </a:xfrm>
          <a:prstGeom prst="ellipse">
            <a:avLst/>
          </a:prstGeom>
          <a:solidFill>
            <a:srgbClr val="FFF3C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87782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Lenteur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152144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important entre l'observation d'une fraude et sa prise en charge effective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1783080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783080"/>
            <a:ext cx="54864" cy="8686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" y="2020824"/>
            <a:ext cx="329184" cy="329184"/>
          </a:xfrm>
          <a:prstGeom prst="ellipse">
            <a:avLst/>
          </a:prstGeom>
          <a:solidFill>
            <a:srgbClr val="FFF3C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020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1874520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Imprécision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2148840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coordonnées GPS dans les signalements oraux ou téléphoniques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779776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779776"/>
            <a:ext cx="54864" cy="8686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" y="3017520"/>
            <a:ext cx="329184" cy="329184"/>
          </a:xfrm>
          <a:prstGeom prst="ellipse">
            <a:avLst/>
          </a:prstGeom>
          <a:solidFill>
            <a:srgbClr val="FFF3C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" y="2871216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Subjectivité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3145536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du risque variable selon les individus — biais humain inévitable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776472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776472"/>
            <a:ext cx="54864" cy="8686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" y="4014216"/>
            <a:ext cx="329184" cy="329184"/>
          </a:xfrm>
          <a:prstGeom prst="ellipse">
            <a:avLst/>
          </a:prstGeom>
          <a:solidFill>
            <a:srgbClr val="FFF3C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2688" y="386791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" y="4142232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fragmentées, aucune centralisation ni analyse des tendances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786384"/>
            <a:ext cx="4224528" cy="4005072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786384"/>
            <a:ext cx="422452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932688"/>
            <a:ext cx="475488" cy="47548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340096" y="93268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Centrale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773168" y="1499616"/>
            <a:ext cx="38221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concevoir une application mobile permettant à un citoyen de signaler une fraude rapidement, avec une preuve photographique, une analyse automatique du risque par IA, et une visualisation géolocalisée en temps réel ?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4773168" y="3529584"/>
            <a:ext cx="3822192" cy="36576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73168" y="3621024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FraudWatch répond à cette question.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36576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E3A5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FraudWatch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fonctionnalités clés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 — 5 Piliers Technologiques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  ·  Brahim Bayi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" y="786384"/>
            <a:ext cx="1572768" cy="35295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786384"/>
            <a:ext cx="1572768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950976"/>
            <a:ext cx="493776" cy="493776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69264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47472" y="151790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Photo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1920240"/>
            <a:ext cx="1133856" cy="27432"/>
          </a:xfrm>
          <a:prstGeom prst="rect">
            <a:avLst/>
          </a:prstGeom>
          <a:solidFill>
            <a:srgbClr val="D0DBE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1993392"/>
            <a:ext cx="13898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1.3.1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MINIMIZE_LATENCY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 arrière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32688" y="3163824"/>
            <a:ext cx="402336" cy="402336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48256" y="786384"/>
            <a:ext cx="1572768" cy="35295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048256" y="786384"/>
            <a:ext cx="1572768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96896" y="950976"/>
            <a:ext cx="493776" cy="493776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969264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48256" y="151790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IA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267712" y="1920240"/>
            <a:ext cx="1133856" cy="27432"/>
          </a:xfrm>
          <a:prstGeom prst="rect">
            <a:avLst/>
          </a:prstGeom>
          <a:solidFill>
            <a:srgbClr val="D0DBE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139696" y="1993392"/>
            <a:ext cx="13898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 via Ollama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POST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LOW/MEDIUM/HIGH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633472" y="3163824"/>
            <a:ext cx="402336" cy="402336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633472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3749040" y="786384"/>
            <a:ext cx="1572768" cy="35295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749040" y="786384"/>
            <a:ext cx="1572768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297680" y="950976"/>
            <a:ext cx="493776" cy="493776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969264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749040" y="151790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Géolocalisation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3968496" y="1920240"/>
            <a:ext cx="1133856" cy="27432"/>
          </a:xfrm>
          <a:prstGeom prst="rect">
            <a:avLst/>
          </a:prstGeom>
          <a:solidFill>
            <a:srgbClr val="D0DBE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840480" y="1993392"/>
            <a:ext cx="13898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FusedLocation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PRIORITY_HIGH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GPS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334256" y="3163824"/>
            <a:ext cx="402336" cy="402336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334256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5449824" y="786384"/>
            <a:ext cx="1572768" cy="35295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5449824" y="786384"/>
            <a:ext cx="1572768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998464" y="950976"/>
            <a:ext cx="493776" cy="493776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969264"/>
            <a:ext cx="457200" cy="4572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449824" y="151790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Firebase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5669280" y="1920240"/>
            <a:ext cx="1133856" cy="27432"/>
          </a:xfrm>
          <a:prstGeom prst="rect">
            <a:avLst/>
          </a:prstGeom>
          <a:solidFill>
            <a:srgbClr val="D0DBE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541264" y="1993392"/>
            <a:ext cx="13898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Firestore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Storage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6035040" y="3163824"/>
            <a:ext cx="402336" cy="402336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035040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Shape 36"/>
          <p:cNvSpPr/>
          <p:nvPr/>
        </p:nvSpPr>
        <p:spPr>
          <a:xfrm>
            <a:off x="7150608" y="786384"/>
            <a:ext cx="1572768" cy="35295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7150608" y="786384"/>
            <a:ext cx="1572768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7699248" y="950976"/>
            <a:ext cx="493776" cy="493776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36" y="969264"/>
            <a:ext cx="457200" cy="45720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7150608" y="151790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Google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7370064" y="1920240"/>
            <a:ext cx="1133856" cy="27432"/>
          </a:xfrm>
          <a:prstGeom prst="rect">
            <a:avLst/>
          </a:prstGeom>
          <a:solidFill>
            <a:srgbClr val="D0DBE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242048" y="1993392"/>
            <a:ext cx="13898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SDK 18.2.0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Marqueurs colorés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LatLngBounds</a:t>
            </a:r>
            <a:endParaRPr lang="en-US" sz="1050" dirty="0"/>
          </a:p>
        </p:txBody>
      </p:sp>
      <p:sp>
        <p:nvSpPr>
          <p:cNvPr id="49" name="Shape 42"/>
          <p:cNvSpPr/>
          <p:nvPr/>
        </p:nvSpPr>
        <p:spPr>
          <a:xfrm>
            <a:off x="7735824" y="3163824"/>
            <a:ext cx="402336" cy="402336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7735824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Pattern Repository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  ·  Brahim Bayi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" y="822960"/>
            <a:ext cx="5120640" cy="676656"/>
          </a:xfrm>
          <a:prstGeom prst="rect">
            <a:avLst/>
          </a:prstGeom>
          <a:solidFill>
            <a:srgbClr val="1A56A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822960"/>
            <a:ext cx="1280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(View)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73936" y="950976"/>
            <a:ext cx="3657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83664" y="822960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LoginActivity · MainActivity · CameraActivity · MapActivity · ReportAdapter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1627632"/>
            <a:ext cx="5120640" cy="676656"/>
          </a:xfrm>
          <a:prstGeom prst="rect">
            <a:avLst/>
          </a:prstGeom>
          <a:solidFill>
            <a:srgbClr val="2980B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1627632"/>
            <a:ext cx="1280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73936" y="1755648"/>
            <a:ext cx="3657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83664" y="1627632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FirebaseRepository — abstraction Auth + Firestore + Storage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2432304"/>
            <a:ext cx="5120640" cy="676656"/>
          </a:xfrm>
          <a:prstGeom prst="rect">
            <a:avLst/>
          </a:prstGeom>
          <a:solidFill>
            <a:srgbClr val="1A6F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2432304"/>
            <a:ext cx="1280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773936" y="2560320"/>
            <a:ext cx="3657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83664" y="2432304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OllamaClient — Retrofit 2.9.0 + OkHttp 4.12.0 (REST → Ollama/LLaVA)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3236976"/>
            <a:ext cx="5120640" cy="676656"/>
          </a:xfrm>
          <a:prstGeom prst="rect">
            <a:avLst/>
          </a:prstGeom>
          <a:solidFill>
            <a:srgbClr val="155C8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3236976"/>
            <a:ext cx="1280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73936" y="3364992"/>
            <a:ext cx="3657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83664" y="3236976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FraudReport (data class) · RiskLevel (enum) · AnalysisResult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06624" y="1481328"/>
            <a:ext cx="1517904" cy="54864"/>
          </a:xfrm>
          <a:prstGeom prst="rect">
            <a:avLst/>
          </a:prstGeom>
          <a:solidFill>
            <a:srgbClr val="D0DBE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06624" y="2286000"/>
            <a:ext cx="1517904" cy="54864"/>
          </a:xfrm>
          <a:prstGeom prst="rect">
            <a:avLst/>
          </a:prstGeom>
          <a:solidFill>
            <a:srgbClr val="D0DBE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06624" y="3090672"/>
            <a:ext cx="1517904" cy="54864"/>
          </a:xfrm>
          <a:prstGeom prst="rect">
            <a:avLst/>
          </a:prstGeom>
          <a:solidFill>
            <a:srgbClr val="D0DBE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0" y="822960"/>
            <a:ext cx="3035808" cy="786384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70448" y="1024128"/>
            <a:ext cx="365760" cy="365760"/>
          </a:xfrm>
          <a:prstGeom prst="ellipse">
            <a:avLst/>
          </a:prstGeom>
          <a:solidFill>
            <a:srgbClr val="D4380D"/>
          </a:solidFill>
          <a:ln w="12700">
            <a:solidFill>
              <a:srgbClr val="D4380D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1042416"/>
            <a:ext cx="329184" cy="32918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327648" y="89611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327648" y="115214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session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760720" y="1746504"/>
            <a:ext cx="3035808" cy="786384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870448" y="1947672"/>
            <a:ext cx="365760" cy="36576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1965960"/>
            <a:ext cx="329184" cy="329184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327648" y="1819656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327648" y="207568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callbackFlow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760720" y="2670048"/>
            <a:ext cx="3035808" cy="786384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870448" y="2871216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736" y="2889504"/>
            <a:ext cx="329184" cy="329184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327648" y="2743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Storage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327648" y="299923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reports/{id}/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photo.jpg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5760720" y="3593592"/>
            <a:ext cx="3035808" cy="786384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5870448" y="3794760"/>
            <a:ext cx="365760" cy="365760"/>
          </a:xfrm>
          <a:prstGeom prst="ellipse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8736" y="3813048"/>
            <a:ext cx="329184" cy="329184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327648" y="366674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LLaVA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6327648" y="392277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10.0.2.2:11434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/api/generate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5468112" y="226771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←→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36576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E3A5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et Conception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· UML · Règles de gestion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Fonctionnels — BF01 à BF09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  ·  Brahim Bayi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" y="786384"/>
            <a:ext cx="2633472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786384"/>
            <a:ext cx="54864" cy="117043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786384"/>
            <a:ext cx="2633472" cy="310896"/>
          </a:xfrm>
          <a:prstGeom prst="rect">
            <a:avLst/>
          </a:prstGeom>
          <a:solidFill>
            <a:srgbClr val="EBF2FA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7863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2416" y="78638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115214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email/pwd + auto-login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786384"/>
            <a:ext cx="2633472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786384"/>
            <a:ext cx="54864" cy="117043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786384"/>
            <a:ext cx="2633472" cy="310896"/>
          </a:xfrm>
          <a:prstGeom prst="rect">
            <a:avLst/>
          </a:prstGeom>
          <a:solidFill>
            <a:srgbClr val="EBF2FA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7863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95344" y="78638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Photo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46704" y="115214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MINIMIZE_LATENCY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53328" y="786384"/>
            <a:ext cx="2633472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53328" y="786384"/>
            <a:ext cx="54864" cy="117043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53328" y="786384"/>
            <a:ext cx="2633472" cy="310896"/>
          </a:xfrm>
          <a:prstGeom prst="rect">
            <a:avLst/>
          </a:prstGeom>
          <a:solidFill>
            <a:srgbClr val="EBF2FA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7863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48272" y="78638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99632" y="115214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base64 → LLaVA TITLE/RISK/DESC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2121408"/>
            <a:ext cx="2633472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2121408"/>
            <a:ext cx="54864" cy="117043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2121408"/>
            <a:ext cx="2633472" cy="310896"/>
          </a:xfrm>
          <a:prstGeom prst="rect">
            <a:avLst/>
          </a:prstGeom>
          <a:solidFill>
            <a:srgbClr val="EBF2FA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121408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42416" y="212140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" y="2487168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FusedLocation HIGH_ACCURACY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2121408"/>
            <a:ext cx="2633472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2121408"/>
            <a:ext cx="54864" cy="117043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2121408"/>
            <a:ext cx="2633472" cy="310896"/>
          </a:xfrm>
          <a:prstGeom prst="rect">
            <a:avLst/>
          </a:prstGeom>
          <a:solidFill>
            <a:srgbClr val="EBF2FA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2121408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95344" y="212140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46704" y="2487168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Firestore avec UUID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53328" y="2121408"/>
            <a:ext cx="2633472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53328" y="2121408"/>
            <a:ext cx="54864" cy="117043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53328" y="2121408"/>
            <a:ext cx="2633472" cy="310896"/>
          </a:xfrm>
          <a:prstGeom prst="rect">
            <a:avLst/>
          </a:prstGeom>
          <a:solidFill>
            <a:srgbClr val="EBF2FA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2121408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BF06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48272" y="212140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Temps Réel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99632" y="2487168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callbackFlow + ListAdapter + DiffUtil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7472" y="3456432"/>
            <a:ext cx="2633472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47472" y="3456432"/>
            <a:ext cx="54864" cy="117043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" y="3456432"/>
            <a:ext cx="2633472" cy="310896"/>
          </a:xfrm>
          <a:prstGeom prst="rect">
            <a:avLst/>
          </a:prstGeom>
          <a:solidFill>
            <a:srgbClr val="EBF2FA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3456432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BF07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42416" y="345643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Google Maps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3776" y="382219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Marqueurs colorés + LatLngBounds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0" y="3456432"/>
            <a:ext cx="2633472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0" y="3456432"/>
            <a:ext cx="54864" cy="117043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0" y="3456432"/>
            <a:ext cx="2633472" cy="310896"/>
          </a:xfrm>
          <a:prstGeom prst="rect">
            <a:avLst/>
          </a:prstGeom>
          <a:solidFill>
            <a:srgbClr val="EBF2FA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3456432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BF08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895344" y="345643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Déconnexion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346704" y="382219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signOut + Intent CLEAR_TASK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53328" y="3456432"/>
            <a:ext cx="2633472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053328" y="3456432"/>
            <a:ext cx="54864" cy="117043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53328" y="3456432"/>
            <a:ext cx="2633472" cy="310896"/>
          </a:xfrm>
          <a:prstGeom prst="rect">
            <a:avLst/>
          </a:prstGeom>
          <a:solidFill>
            <a:srgbClr val="EBF2FA"/>
          </a:solidFill>
          <a:ln w="6350">
            <a:solidFill>
              <a:srgbClr val="D0DB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44768" y="3456432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BF09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748272" y="345643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 IA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199632" y="382219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MEDIUM si Ollama timeout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Soumission — Diagramme de Séquence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  ·  Brahim Bayi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" y="768096"/>
            <a:ext cx="950976" cy="32918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" y="76809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0" cy="3547872"/>
          </a:xfrm>
          <a:prstGeom prst="line">
            <a:avLst/>
          </a:prstGeom>
          <a:noFill/>
          <a:ln w="12700">
            <a:solidFill>
              <a:srgbClr val="D0DBE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627632" y="768096"/>
            <a:ext cx="950976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76809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CameraActivity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03120" y="1097280"/>
            <a:ext cx="0" cy="3547872"/>
          </a:xfrm>
          <a:prstGeom prst="line">
            <a:avLst/>
          </a:prstGeom>
          <a:noFill/>
          <a:ln w="12700">
            <a:solidFill>
              <a:srgbClr val="D0DBE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273552" y="768096"/>
            <a:ext cx="950976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76809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OllamaClient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49040" y="1097280"/>
            <a:ext cx="0" cy="3547872"/>
          </a:xfrm>
          <a:prstGeom prst="line">
            <a:avLst/>
          </a:prstGeom>
          <a:noFill/>
          <a:ln w="12700">
            <a:solidFill>
              <a:srgbClr val="D0DBE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010912" y="768096"/>
            <a:ext cx="950976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76809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FirebaseRepository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0" y="1097280"/>
            <a:ext cx="0" cy="3547872"/>
          </a:xfrm>
          <a:prstGeom prst="line">
            <a:avLst/>
          </a:prstGeom>
          <a:noFill/>
          <a:ln w="12700">
            <a:solidFill>
              <a:srgbClr val="D0DBE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839712" y="768096"/>
            <a:ext cx="950976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76809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0" y="1097280"/>
            <a:ext cx="0" cy="3547872"/>
          </a:xfrm>
          <a:prstGeom prst="line">
            <a:avLst/>
          </a:prstGeom>
          <a:noFill/>
          <a:ln w="12700">
            <a:solidFill>
              <a:srgbClr val="D0DBE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02920" y="1207008"/>
            <a:ext cx="1600200" cy="0"/>
          </a:xfrm>
          <a:prstGeom prst="line">
            <a:avLst/>
          </a:prstGeom>
          <a:noFill/>
          <a:ln w="15240">
            <a:solidFill>
              <a:srgbClr val="1A5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" y="1042416"/>
            <a:ext cx="1097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103120" y="1499616"/>
            <a:ext cx="1645920" cy="0"/>
          </a:xfrm>
          <a:prstGeom prst="line">
            <a:avLst/>
          </a:prstGeom>
          <a:noFill/>
          <a:ln w="15240">
            <a:solidFill>
              <a:srgbClr val="1A5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1335024"/>
            <a:ext cx="1097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analyzeImage(b64)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749040" y="1792224"/>
            <a:ext cx="3566160" cy="0"/>
          </a:xfrm>
          <a:prstGeom prst="line">
            <a:avLst/>
          </a:prstGeom>
          <a:noFill/>
          <a:ln w="15240">
            <a:solidFill>
              <a:srgbClr val="1A5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627632"/>
            <a:ext cx="1097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/api/generate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749040" y="2084832"/>
            <a:ext cx="356616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983480" y="1920240"/>
            <a:ext cx="1097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RISK, DESC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103120" y="2377440"/>
            <a:ext cx="164592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377440" y="2212848"/>
            <a:ext cx="1097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AnalysisResult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03120" y="2670048"/>
            <a:ext cx="3383280" cy="0"/>
          </a:xfrm>
          <a:prstGeom prst="line">
            <a:avLst/>
          </a:prstGeom>
          <a:noFill/>
          <a:ln w="15240">
            <a:solidFill>
              <a:srgbClr val="1A5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2505456"/>
            <a:ext cx="1097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submitReport()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486400" y="2962656"/>
            <a:ext cx="1828800" cy="0"/>
          </a:xfrm>
          <a:prstGeom prst="line">
            <a:avLst/>
          </a:prstGeom>
          <a:noFill/>
          <a:ln w="15240">
            <a:solidFill>
              <a:srgbClr val="1A5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2798064"/>
            <a:ext cx="1097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putBytes() + set()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486400" y="3255264"/>
            <a:ext cx="182880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5852160" y="3090672"/>
            <a:ext cx="1097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downloadUrl + OK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103120" y="3547872"/>
            <a:ext cx="338328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3246120" y="3383280"/>
            <a:ext cx="1097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Result.success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02920" y="3840480"/>
            <a:ext cx="160020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754380" y="3675888"/>
            <a:ext cx="10972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+ finish()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36576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E3A5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Technique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· Technologies · Environnement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 Complète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  ·  Brahim Bayi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" y="786384"/>
            <a:ext cx="2633472" cy="1865376"/>
          </a:xfrm>
          <a:prstGeom prst="rect">
            <a:avLst/>
          </a:prstGeom>
          <a:solidFill>
            <a:srgbClr val="1A56A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786384"/>
            <a:ext cx="2633472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7863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&amp; Build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Kotlin 2.1.20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536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AGP 9.0.1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1865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Gradle 9.2.1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2194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SDK 24→34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786384"/>
            <a:ext cx="2633472" cy="1865376"/>
          </a:xfrm>
          <a:prstGeom prst="rect">
            <a:avLst/>
          </a:prstGeom>
          <a:solidFill>
            <a:srgbClr val="2471A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786384"/>
            <a:ext cx="2633472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7863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 Caméra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28416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Material Design 3 v1.11.0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28416" y="1536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ViewBinding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28416" y="1865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CameraX 1.3.1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28416" y="2194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ConstraintLayout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53328" y="786384"/>
            <a:ext cx="2633472" cy="1865376"/>
          </a:xfrm>
          <a:prstGeom prst="rect">
            <a:avLst/>
          </a:prstGeom>
          <a:solidFill>
            <a:srgbClr val="1A527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53328" y="786384"/>
            <a:ext cx="2633472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7863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Backend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81344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BOM 32.7.0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81344" y="1536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Auth KTX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81344" y="1865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Firestore KTX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81344" y="2194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Storage KTX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2834640"/>
            <a:ext cx="2633472" cy="1865376"/>
          </a:xfrm>
          <a:prstGeom prst="rect">
            <a:avLst/>
          </a:prstGeom>
          <a:solidFill>
            <a:srgbClr val="1543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2834640"/>
            <a:ext cx="2633472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&amp; IA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" y="32552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Retrofit 2.9.0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" y="3584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OkHttp 4.12.0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" y="3913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Ollama + LLaVA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" y="42428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usesCleartextTraffic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0" y="2834640"/>
            <a:ext cx="2633472" cy="1865376"/>
          </a:xfrm>
          <a:prstGeom prst="rect">
            <a:avLst/>
          </a:prstGeom>
          <a:solidFill>
            <a:srgbClr val="0E2F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2834640"/>
            <a:ext cx="2633472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28416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&amp; Localisation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28416" y="32552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Maps SDK 18.2.0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328416" y="3584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FusedLocation 21.1.0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28416" y="3913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LatLngBounds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28416" y="42428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BitmapDescriptor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53328" y="2834640"/>
            <a:ext cx="2633472" cy="1865376"/>
          </a:xfrm>
          <a:prstGeom prst="rect">
            <a:avLst/>
          </a:prstGeom>
          <a:solidFill>
            <a:srgbClr val="0A1F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53328" y="2834640"/>
            <a:ext cx="2633472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&amp; Images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81344" y="32552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Coroutines 1.8.0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81344" y="3584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Kotlin Flow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181344" y="3913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Glide 4.16.0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181344" y="42428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callbackFlow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— LLaVA via Ollama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  ·  Brahim Bayi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828800" cy="128016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04672"/>
            <a:ext cx="1828800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7782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capturée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(ImageProxy)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55448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callback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76272" y="1444752"/>
            <a:ext cx="54864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1316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804672"/>
            <a:ext cx="1828800" cy="128016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77440" y="804672"/>
            <a:ext cx="1828800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87782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155448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android.util.Base64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06240" y="1444752"/>
            <a:ext cx="54864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7136" y="1316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07408" y="804672"/>
            <a:ext cx="1828800" cy="128016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07408" y="804672"/>
            <a:ext cx="1828800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87782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/api/generate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Ollama:11434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98848" y="155448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+ OkHttp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36208" y="1444752"/>
            <a:ext cx="54864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1316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37376" y="804672"/>
            <a:ext cx="1828800" cy="128016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37376" y="804672"/>
            <a:ext cx="1828800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87782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LLaVA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TITLE·RISK·DESC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28816" y="155448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parseAnalysis()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" y="2304288"/>
            <a:ext cx="8449056" cy="1426464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2304288"/>
            <a:ext cx="8449056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23225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envoyé à LLaVA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" y="2596896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4E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this image for fraud.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E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&lt;short title in French, max 5 words&gt;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E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RISK: &lt;LOW | MEDIUM | HIGH&gt;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E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&lt;detailed description, 2-3 sentences&gt;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7472" y="3858768"/>
            <a:ext cx="2633472" cy="923544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7472" y="3858768"/>
            <a:ext cx="263347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00507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347472" y="460857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82112" y="3858768"/>
            <a:ext cx="2633472" cy="923544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82112" y="3858768"/>
            <a:ext cx="263347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82112" y="400507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s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3182112" y="460857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16752" y="3858768"/>
            <a:ext cx="2633472" cy="923544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16752" y="3858768"/>
            <a:ext cx="2633472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16752" y="400507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6016752" y="460857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36576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E3A5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· Pipeline · DevOps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Modules de l'Application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  ·  Brahim Bayi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" y="786384"/>
            <a:ext cx="1993392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786384"/>
            <a:ext cx="1993392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8412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" y="822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LoginActivity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59536" y="10424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" y="1463040"/>
            <a:ext cx="164592" cy="1645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142646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email/mot de passe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488" y="2139696"/>
            <a:ext cx="164592" cy="1645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210312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Auto-login : currentUser() au démarrage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5488" y="2816352"/>
            <a:ext cx="164592" cy="1645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" y="2779776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ProgressBar + anti double-soumission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" y="3493008"/>
            <a:ext cx="164592" cy="1645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4944" y="345643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3 — TextInputLayout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523744" y="786384"/>
            <a:ext cx="1993392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523744" y="786384"/>
            <a:ext cx="1993392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841248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035808" y="822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035808" y="10424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temps réel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651760" y="1463040"/>
            <a:ext cx="164592" cy="1645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871216" y="142646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callbackFlow Firestore en temps réel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2651760" y="2139696"/>
            <a:ext cx="164592" cy="1645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871216" y="210312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ListAdapter + DiffUtil minimal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2651760" y="2816352"/>
            <a:ext cx="164592" cy="1645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871216" y="2779776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FAB : Caméra + Carte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2651760" y="3493008"/>
            <a:ext cx="164592" cy="1645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871216" y="345643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colorés LOW/MEDIUM/HIGH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700016" y="786384"/>
            <a:ext cx="1993392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700016" y="786384"/>
            <a:ext cx="1993392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841248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212080" y="822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CameraActivity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5212080" y="10424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 + IA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4828032" y="1463040"/>
            <a:ext cx="164592" cy="1645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047488" y="142646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prévisualisation + capture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4828032" y="2139696"/>
            <a:ext cx="164592" cy="1645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047488" y="210312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FusedLocation HIGH_ACCURACY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4828032" y="2816352"/>
            <a:ext cx="164592" cy="1645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047488" y="2779776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LLaVA/Ollama via Retrofit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4828032" y="3493008"/>
            <a:ext cx="164592" cy="1645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5047488" y="345643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Storage + Firestore set()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6876288" y="786384"/>
            <a:ext cx="1993392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6876288" y="786384"/>
            <a:ext cx="1993392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841248"/>
            <a:ext cx="365760" cy="36576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7388352" y="822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MapActivity</a:t>
            </a:r>
            <a:endParaRPr lang="en-US" sz="1050" dirty="0"/>
          </a:p>
        </p:txBody>
      </p:sp>
      <p:sp>
        <p:nvSpPr>
          <p:cNvPr id="49" name="Text 43"/>
          <p:cNvSpPr/>
          <p:nvPr/>
        </p:nvSpPr>
        <p:spPr>
          <a:xfrm>
            <a:off x="7388352" y="10424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Google Maps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7004304" y="1463040"/>
            <a:ext cx="164592" cy="1645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7223760" y="142646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SDK 18.2.0 + markers colorés</a:t>
            </a:r>
            <a:endParaRPr lang="en-US" sz="950" dirty="0"/>
          </a:p>
        </p:txBody>
      </p:sp>
      <p:sp>
        <p:nvSpPr>
          <p:cNvPr id="52" name="Shape 46"/>
          <p:cNvSpPr/>
          <p:nvPr/>
        </p:nvSpPr>
        <p:spPr>
          <a:xfrm>
            <a:off x="7004304" y="2139696"/>
            <a:ext cx="164592" cy="1645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7223760" y="210312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BitmapDescriptorFactory HUE_GREEN/ORANGE/RED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7004304" y="2816352"/>
            <a:ext cx="164592" cy="1645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7223760" y="2779776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LatLngBounds auto-zoom</a:t>
            </a:r>
            <a:endParaRPr lang="en-US" sz="950" dirty="0"/>
          </a:p>
        </p:txBody>
      </p:sp>
      <p:sp>
        <p:nvSpPr>
          <p:cNvPr id="56" name="Shape 50"/>
          <p:cNvSpPr/>
          <p:nvPr/>
        </p:nvSpPr>
        <p:spPr>
          <a:xfrm>
            <a:off x="7004304" y="3493008"/>
            <a:ext cx="164592" cy="1645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7223760" y="345643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 + info-bulles 60 chars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CameraActivity — 10 Étapes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  ·  Brahim Bayi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572768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04672"/>
            <a:ext cx="1572768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950976"/>
            <a:ext cx="402336" cy="402336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950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0624" y="142646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" y="1847088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ACCESS_FINE_LOCATION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66544" y="804672"/>
            <a:ext cx="1572768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66544" y="804672"/>
            <a:ext cx="1572768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950976"/>
            <a:ext cx="402336" cy="402336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950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39696" y="142646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39696" y="1847088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bindToLifecycle() + DEFAULT_BACK_CAMERA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85616" y="804672"/>
            <a:ext cx="1572768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85616" y="804672"/>
            <a:ext cx="1572768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70832" y="950976"/>
            <a:ext cx="402336" cy="402336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950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58768" y="142646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58768" y="1847088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FusedLocation HIGH_ACCURACY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04688" y="804672"/>
            <a:ext cx="1572768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04688" y="804672"/>
            <a:ext cx="1572768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9904" y="950976"/>
            <a:ext cx="402336" cy="402336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9904" y="950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77840" y="142646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1847088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MINIMIZE_LATENCY callback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23760" y="804672"/>
            <a:ext cx="1572768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23760" y="804672"/>
            <a:ext cx="1572768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08976" y="950976"/>
            <a:ext cx="402336" cy="402336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08976" y="950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96912" y="142646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96912" y="1847088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encodeToString(NO_WRAP)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7472" y="2779776"/>
            <a:ext cx="1572768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7472" y="2779776"/>
            <a:ext cx="1572768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2688" y="2926080"/>
            <a:ext cx="402336" cy="402336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20624" y="3401568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LLaVA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20624" y="3822192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10.0.2.2:11434 timeout 120s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066544" y="2779776"/>
            <a:ext cx="1572768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066544" y="2779776"/>
            <a:ext cx="1572768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1760" y="2926080"/>
            <a:ext cx="402336" cy="402336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5176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2139696" y="3401568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139696" y="3822192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RISK / DESCRIPTION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85616" y="2779776"/>
            <a:ext cx="1572768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785616" y="2779776"/>
            <a:ext cx="1572768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70832" y="2926080"/>
            <a:ext cx="402336" cy="402336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70832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858768" y="3401568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Upload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858768" y="3822192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putBytes() → downloadUrl()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04688" y="2779776"/>
            <a:ext cx="1572768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504688" y="2779776"/>
            <a:ext cx="1572768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89904" y="2926080"/>
            <a:ext cx="402336" cy="402336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89904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577840" y="3401568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577840" y="3822192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set(finalReport)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23760" y="2779776"/>
            <a:ext cx="1572768" cy="1737360"/>
          </a:xfrm>
          <a:prstGeom prst="rect">
            <a:avLst/>
          </a:prstGeom>
          <a:solidFill>
            <a:srgbClr val="1A56A0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223760" y="2779776"/>
            <a:ext cx="157276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08976" y="2926080"/>
            <a:ext cx="402336" cy="4023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08976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296912" y="3401568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UI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296912" y="3822192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+ finish()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du Build &amp; DevOps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  ·  Brahim Bayi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" y="786384"/>
            <a:ext cx="1993392" cy="1078992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786384"/>
            <a:ext cx="199339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3268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MB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" y="153619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APK debug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23744" y="786384"/>
            <a:ext cx="1993392" cy="1078992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23744" y="786384"/>
            <a:ext cx="199339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93268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34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23744" y="153619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SDK (Android 14)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0016" y="786384"/>
            <a:ext cx="1993392" cy="1078992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786384"/>
            <a:ext cx="199339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93268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24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00016" y="153619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SDK (Android 7.0)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76288" y="786384"/>
            <a:ext cx="1993392" cy="1078992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76288" y="786384"/>
            <a:ext cx="199339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93268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876288" y="153619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livrées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029968"/>
          <a:ext cx="8449056" cy="263347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Métrique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Valeur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</a:rPr>
                        <a:t>Application ID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com.fraudwatch.app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</a:rPr>
                        <a:t>APK généré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app-debug.apk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</a:rPr>
                        <a:t>Build status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BUILD SUCCESSFUL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</a:rPr>
                        <a:t>Émulateur testé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Medium Phone API 36.1 — x86_64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</a:rPr>
                        <a:t>Gradle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9.2.1 avec TOML catalog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</a:rPr>
                        <a:t>Kotlin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2.1.20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36576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1E3A5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· Limites · Améliorations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Projet &amp; Limites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  ·  Brahim Bayi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" y="786384"/>
            <a:ext cx="4133088" cy="4023360"/>
          </a:xfrm>
          <a:prstGeom prst="rect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786384"/>
            <a:ext cx="4133088" cy="38404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78638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Acquis du projet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8016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IA → Mobile opérationnel bout en bout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3736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6384" y="17190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Repository — code maintenable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19456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6384" y="2176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temps réel via callbackFlow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65176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86384" y="2633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12 MB validé sur émulateur API 36.1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108960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86384" y="30906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des défis AGP + réseau émulateur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566160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86384" y="3547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Material Design 3 cybersécurité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4663440" y="786384"/>
            <a:ext cx="413308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4663440" y="786384"/>
            <a:ext cx="4133088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4791456" y="78638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Limites actuelles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4828032" y="1298448"/>
            <a:ext cx="237744" cy="237744"/>
          </a:xfrm>
          <a:prstGeom prst="rect">
            <a:avLst/>
          </a:prstGeom>
          <a:solidFill>
            <a:srgbClr val="FFF3C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4828032" y="1298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5138928" y="1280160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doit tourner sur le PC hôte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828032" y="1847088"/>
            <a:ext cx="237744" cy="237744"/>
          </a:xfrm>
          <a:prstGeom prst="rect">
            <a:avLst/>
          </a:prstGeom>
          <a:solidFill>
            <a:srgbClr val="FFF3C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4828032" y="1847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138928" y="1828800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d'écran d'inscription utilisateur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828032" y="2395728"/>
            <a:ext cx="237744" cy="237744"/>
          </a:xfrm>
          <a:prstGeom prst="rect">
            <a:avLst/>
          </a:prstGeom>
          <a:solidFill>
            <a:srgbClr val="FFF3C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4828032" y="2395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138928" y="2377440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vue détail d'un rapport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4828032" y="2944368"/>
            <a:ext cx="237744" cy="237744"/>
          </a:xfrm>
          <a:prstGeom prst="rect">
            <a:avLst/>
          </a:prstGeom>
          <a:solidFill>
            <a:srgbClr val="FFF3C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828032" y="2944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138928" y="2926080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non filtrable par risque/date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d'Amélioration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486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8874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  ·  Brahim Bayi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" y="786384"/>
            <a:ext cx="2633472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786384"/>
            <a:ext cx="2633472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950976"/>
            <a:ext cx="420624" cy="420624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969264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87552" y="932688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Cloud IA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" y="1426464"/>
            <a:ext cx="2377440" cy="27432"/>
          </a:xfrm>
          <a:prstGeom prst="rect">
            <a:avLst/>
          </a:prstGeom>
          <a:solidFill>
            <a:srgbClr val="D0DBE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149961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Ollama local par Google Cloud Vision ou OpenAI Vision pour la production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0" y="786384"/>
            <a:ext cx="2633472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786384"/>
            <a:ext cx="2633472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28416" y="950976"/>
            <a:ext cx="420624" cy="420624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969264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40480" y="932688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328416" y="1426464"/>
            <a:ext cx="2377440" cy="27432"/>
          </a:xfrm>
          <a:prstGeom prst="rect">
            <a:avLst/>
          </a:prstGeom>
          <a:solidFill>
            <a:srgbClr val="D0DBE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28416" y="149961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d'enregistrement avec validation email et reset mot de passe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053328" y="786384"/>
            <a:ext cx="2633472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53328" y="786384"/>
            <a:ext cx="2633472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81344" y="950976"/>
            <a:ext cx="420624" cy="420624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969264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93408" y="932688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de détail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181344" y="1426464"/>
            <a:ext cx="2377440" cy="27432"/>
          </a:xfrm>
          <a:prstGeom prst="rect">
            <a:avLst/>
          </a:prstGeom>
          <a:solidFill>
            <a:srgbClr val="D0DBE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181344" y="1499616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plein écran, mini-carte intégrée, partage social du rapport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47472" y="2743200"/>
            <a:ext cx="2633472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47472" y="2743200"/>
            <a:ext cx="2633472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75488" y="2907792"/>
            <a:ext cx="420624" cy="420624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2926080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87552" y="2889504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avancés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75488" y="3383280"/>
            <a:ext cx="2377440" cy="27432"/>
          </a:xfrm>
          <a:prstGeom prst="rect">
            <a:avLst/>
          </a:prstGeom>
          <a:solidFill>
            <a:srgbClr val="D0DBE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75488" y="3456432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par risque, date, rayon géographique et recherche textuelle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3200400" y="2743200"/>
            <a:ext cx="2633472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200400" y="2743200"/>
            <a:ext cx="2633472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328416" y="2907792"/>
            <a:ext cx="420624" cy="420624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704" y="2926080"/>
            <a:ext cx="384048" cy="38404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840480" y="2889504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FCM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3328416" y="3383280"/>
            <a:ext cx="2377440" cy="27432"/>
          </a:xfrm>
          <a:prstGeom prst="rect">
            <a:avLst/>
          </a:prstGeom>
          <a:solidFill>
            <a:srgbClr val="D0DBE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3328416" y="3456432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push Firebase Cloud Messaging pour les signalements à proximité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6053328" y="2743200"/>
            <a:ext cx="2633472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B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6053328" y="2743200"/>
            <a:ext cx="2633472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181344" y="2907792"/>
            <a:ext cx="420624" cy="420624"/>
          </a:xfrm>
          <a:prstGeom prst="ellipse">
            <a:avLst/>
          </a:prstGeom>
          <a:solidFill>
            <a:srgbClr val="EBF2FA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2926080"/>
            <a:ext cx="384048" cy="38404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693408" y="2889504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hors-ligne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6181344" y="3383280"/>
            <a:ext cx="2377440" cy="27432"/>
          </a:xfrm>
          <a:prstGeom prst="rect">
            <a:avLst/>
          </a:prstGeom>
          <a:solidFill>
            <a:srgbClr val="D0DBE8"/>
          </a:solidFill>
          <a:ln w="12700">
            <a:solidFill>
              <a:srgbClr val="D0DBE8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6181344" y="3456432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local Room avec synchronisation différée au rétablissement réseau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38404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72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217627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FraudWatch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26517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E7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de Détection de Fraude par Intelligence Artificielle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0" y="3072384"/>
            <a:ext cx="3657600" cy="36576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200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Brahim Bayi  ·  Licence / Master Informatique  ·  Mai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5295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Kotlin 2.1.20 · Firebase BOM 32.7.0 · LLaVA/Ollama · Maps SDK 18.2.0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74720" y="38770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1269</Words>
  <Application>Microsoft Office PowerPoint</Application>
  <PresentationFormat>On-screen Show (16:9)</PresentationFormat>
  <Paragraphs>389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FraudWatch — Présentation de Projet</dc:title>
  <dc:subject>PptxGenJS Presentation</dc:subject>
  <dc:creator>Brahim Bayi</dc:creator>
  <cp:lastModifiedBy>hhh hggg</cp:lastModifiedBy>
  <cp:revision>2</cp:revision>
  <dcterms:created xsi:type="dcterms:W3CDTF">2026-05-18T23:32:27Z</dcterms:created>
  <dcterms:modified xsi:type="dcterms:W3CDTF">2026-05-18T23:41:51Z</dcterms:modified>
</cp:coreProperties>
</file>